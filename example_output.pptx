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Main bullet</a:t>
            </a:r>
          </a:p>
          <a:p>
            <a:pPr lvl="1">
              <a:defRPr sz="1800"/>
            </a:pPr>
            <a:r>
              <a:t>Sub-bullet level 1</a:t>
            </a:r>
          </a:p>
          <a:p>
            <a:pPr lvl="2">
              <a:defRPr sz="1800"/>
            </a:pPr>
            <a:r>
              <a:t>Sub-sub-bullet level 2</a:t>
            </a:r>
          </a:p>
          <a:p>
            <a:pPr lvl="1">
              <a:defRPr sz="1800"/>
            </a:pPr>
            <a:r>
              <a:t>Another sub-bullet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Only one bullet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